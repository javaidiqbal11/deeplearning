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DL-601  ·  Part I -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From Linear Models to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The softmax classifier, and the exact point where linearity fails.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Derive the softmax classifier and the cross-entropy loss from maximum likelihood.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the forward pass and analytic gradient of a linear classifier in NumPy.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why stacking linear layers without a non-linearity gains nothing.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Show empirically that a hidden layer plus ReLU solves a problem a linear model cannot.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linear score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Softmax and cross-entropy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Why a non-linearity is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universal approximation theorem, honestly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6FB2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Loss surfaces and what optimisation 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818888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digits_8x8.npz, shapes_32.npz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linear score function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linear score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 = Wx + b maps a flattened image to one score per class.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Each row of W is a learned template; visualising the rows shows what the model looks for.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linear model can only carve the input space with hyperplanes.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Softmax and cross-entropy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Softmax and cross-entropy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Softmax turns scores into a probability distribution: p_k = exp(s_k) / sum_j exp(s_j).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Cross-entropy is the negative log-likelihood of the correct class: L = -log p_y.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Subtract max(s) before exponentiating - otherwise exp overflows on large scores.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gradient is famously clean: dL/ds = p - onehot(y).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Why a non-linearity is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Why a non-linearity is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W2(W1 x) = (W2 W1) x - composing linear maps yields another linear 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ReLU(z) = max(0, z) is cheap, non-saturating, and makes the network piecewise linear.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Sigmoid and tanh saturate and kill gradients; ReLU is the default, with GELU common in Transformers.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Dead ReLUs: a unit stuck at zero never recovers. Leaky ReLU trades that for a small negative slope.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universal approximation theorem, honestly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universal approximation theorem,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One hidden layer of sufficient width can approximate any continuous function on a compact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It is an existence result. It says nothing about the width required, or whether SGD will find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Depth is exponentially more parameter-efficient than width for many function families.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Loss surfaces and what optimisation faces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LECTURE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Loss surfaces and what optimisation 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Convex for a linear model with cross-entropy; non-convex the moment a hidden layer appears.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In high dimensions, saddle points - not local minima - are the dominant obstacle.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Most minima found by SGD in over-parameterised nets are of comparable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a softmax classifier in pure NumPy with an analytic gradient, verify it against a numerical gradient, train it on the digits data, then demonstrate the linear/non-linear gap on a two-moons problem and on the shapes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notebooks/L02_From_Linear_Models_to_Neural_Networks.ipynb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digits_8x8.npz, shapes_32.npz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CORE — all 5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Numerically stable softmax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Analytic gradient plus gradient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Train the linear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Visualise the templates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One hidden layer changes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Activation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Depth without non-linearity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tasks/Lecture_02_Tasks.md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Goodfellow et al., Deep Learning, Chapter 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CS231n course notes: Linear Classification and Optimization.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6FB2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Nair &amp; Hinton (2010), Rectified Linear Units Improve Restricted Boltzmann Machines.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6FB2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 = Wx + b maps a flattened image to one score per class.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51176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04872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Softmax turns scores into a probability distribution: p_k = exp(s_k) / sum_j exp(s_j).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264408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18104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W2(W1 x) = (W2 W1) x - composing linear maps yields another linear map.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77640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831336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One hidden layer of sufficient width can approximate any continuous function on a compact 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90872"/>
            <a:ext cx="128016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544568"/>
            <a:ext cx="1050919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Convex for a linear model with cross-entropy; non-convex the moment a hidden layer appears.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6FB2"/>
                </a:solidFill>
                <a:latin typeface="Calibri"/>
              </a:rPr>
              <a:t>Next — Lecture 03: Backpropagation and Automatic Differentiation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02  |  Part I - Foundations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