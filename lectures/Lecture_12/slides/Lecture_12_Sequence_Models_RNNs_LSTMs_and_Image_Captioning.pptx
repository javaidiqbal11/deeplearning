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DL-601  ·  Part III - Vision Systems and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Sequence Models: RNNs, LSTMs and Image Captioning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Memory, and the reason it eventually was not enough.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recurrence, parameter sharing across time, and backpropagation through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Derive why vanilla RNN gradients vanish, and how gating in an LSTM or GRU addresses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 character-level language model and a CNN-encoder / RNN-decoder captioning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Articulate the sequential bottleneck that motivated the Transformer.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Recurrence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Backpropagation through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LSTM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Text as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Image captioning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bottleneck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corpus.txt, sentiment.csv, captions.csv, shapes_32.npz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Recurrence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Recurrence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h_t = tanh(W_hh h_{t-1} + W_xh x_t + b) - the same weights at every timestep.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Weight sharing across time is the sequence analogue of weight sharing across space in a CNN.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Configurations: one-to-many (captioning), many-to-one (classification), many-to-many (translation).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Backpropagation through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Backpropagation through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Unroll the network over the sequence and apply standard backpropagation.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gradient through T steps contains W_hh raised to the power 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Spectral radius below 1 vanishes; above 1 explodes. There is no comfortable middle for long sequences.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Truncated BPTT bounds the cost; gradient clipping handles the explosion.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LSTM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LSTM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cell state runs through the sequence with only additive interactions - an uninterrupted gradient path.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Forget gate decides what to discard, input gate what to write, output gate what to expose.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Initialise the forget-gate bias to 1: remember by default, learn to forget.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GRU merges cell and hidden state into two gates - fewer parameters, usually comparable accuracy.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Text as input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Text as 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Tokenisation: character, word, or subword (BPE / WordPiece). Subword is the modern default.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Embeddings map discrete token ids to dense learned vectors.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Padding plus a mask, or pack_padded_sequence, for variable-length batches.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Never let the loss count padded positions.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Image captioning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Image captioning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CNN encoder produces a feature vector; RNN decoder generates tokens conditioned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Teacher forcing: feed the ground-truth token during training, the model's own output at inference.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That mismatch is exposure bias; scheduled sampling is one partial remedy.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Decoding: greedy is fast, beam search is better, sampling with temperature is more diverse.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bottleneck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bottleneck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Recurrence is inherently sequential - timestep t cannot start before t-1 finishes. No parallelism.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single fixed-size hidden state must summarise the entire history.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Attention was invented to relieve exactly this, and then replaced recurrence altogether.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an RNN cell and an LSTM cell from scratch and verify against PyTorch; train a character-level language model on the corpus and sample from it; demonstrate the vanishing-gradient difference between RNN and LSTM on a long-range copy task; then build CNN-encoder / LSTM-decoder captioning on the shapes images with greedy and beam-search decoding.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notebooks/L12_Sequence_Models_RNNs_LSTMs_and_Image_Caption.ipynb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corpus.txt, sentiment.csv, captions.csv, shapes_32.npz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RNN cell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LSTM cell from scratch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Character language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Long-range copy task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Gradient flow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Image captioning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Beam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Gradient clipping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tasks/Lecture_12_Tasks.md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Hochreiter &amp; Schmidhuber (1997), Long Short-Term Memory.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Karpathy (2015), The Unreasonable Effectiveness of Recurrent Neural Networks.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Vinyals et al. (2015), Show and Tell: A Neural Image Caption Generator.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Pascanu et al. (2013), On the Difficulty of Training Recurrent Neural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h_t = tanh(W_hh h_{t-1} + W_xh x_t + b) - the same weights at every timestep.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Unroll the network over the sequence and apply standard backpropagation.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A cell state runs through the sequence with only additive interactions - an uninterrupted gradient path.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Tokenisation: character, word, or subword (BPE / WordPiece). Subword is the modern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CNN encoder produces a feature vector; RNN decoder generates tokens conditioned on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Recurrence is inherently sequential - timestep t cannot start before t-1 finishes. No parallelism.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Next — Lecture 13: Attention and the Transformer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12  |  Part III - Vision Systems and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