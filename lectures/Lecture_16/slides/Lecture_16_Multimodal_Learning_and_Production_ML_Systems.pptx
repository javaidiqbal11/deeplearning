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DL-601  ·  Part IV - Attention, Generation and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Multimodal Learning and Production ML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Joining vision to language, and shipping the result responsibly.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contrastive vision-language pre-training and how it enables zero-shot classification.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 small CLIP-style dual encoder and perform zero-shot and retrieval tasks.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Design a production ML system: versioning, monitoring, drift detection and rollback.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Audit a model for robustness, fairness and calibration before release.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Multimodal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What multimodal buys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Production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Pre-release audit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Where the field is going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shapes_32.npz, captions.csv, shapes_pairs.npz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Multimodal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Multimodal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Fusion strategies: early (concatenate inputs), late (combine predictions), joint embedding.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CLIP: an image encoder and a text encoder trained to agree on matched pairs, over 400M of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Symmetric InfoNCE over the image-text similarity matrix, with a learned temperature.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Zero-shot classification: embed the class names as text prompts and take the nearest.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What multimodal buys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multimodal buys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Zero-shot transfer to classes never explicitly labelled during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Text-to-image and image-to-text retrieval from the same shared embedding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backbone for text-to-image generation and for vision-language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Limits: prompt sensitivity, weak compositional reasoning, and inherited web-scale bias.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Production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Production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Offline training pipeline versus the online serving path - different constraints, different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feature or preprocessing store keeps training and serving transformations identical.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Model registry: versioned artefacts with metrics, lineage and an approval stage.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Shadow deployment, then canary, then full rollout. Keep the rollback path one command away.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Operational: latency percentiles, throughput, error rate, saturation.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Input drift: distribution shift in the incoming data, detectable without any labels.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Prediction drift: a shift in the output distribution - the earliest available warning.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Performance: needs labels, which usually arrive late or never. Plan the feedback loop deliberately.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Set alert thresholds from a real baseline, not from intuition.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Pre-release audit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Pre-release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Robustness: corruption benchmarks, adversarial examples, out-of-distribution detection.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Fairness: subgroup performance, not aggregate accuracy. Pick a fairness definition and justify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Calibration: a confidence score that downstream systems will act on must actually mean something.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Documentation: a model card stating intended use, training data, evaluation and known limitations.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Where the field is going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Where the field is 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Scaling laws, and the growing dominance of compute-optimal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Foundation models plus lightweight adaptation (LoRA, adapters, prompt tuning).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Efficiency: quantisation, distillation, pruning - the difference between a demo and a product.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Open problems: reasoning, sample efficiency, reliable uncertainty, and verifiable alignment.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Build a CLIP-style dual encoder over the shapes images and their captions, train it with symmetric InfoNCE, run zero-shot classification from text prompts and bidirectional retrieval; then build the production layer: a versioned model registry, a FastAPI service with monitoring and drift detection endpoints, and a complete pre-release audit with a model card.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notebooks/L16_Multimodal_Learning_and_Production_ML_System.ipynb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shapes_32.npz, captions.csv, shapes_pairs.npz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932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5093208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Production FastAPI service in app/ - registry, monitoring, drift detection, model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CORE — all 8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Dual 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Symmetric contrastive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Zero-shot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Prompt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Bidirectional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Model registry and serving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079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7.  Drift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9194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8.  Model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Robustness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tasks/Lecture_16_Tasks.md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Radford et al. (2021), Learning Transferable Visual Models From Natural Language Supervision (CLIP).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Mitchell et al. (2019), Model Cards for Model Reporting.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Sculley et al. (2015), Hidden Technical Debt in Machine Learning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Hendrycks &amp; Dietterich (2019), Benchmarking Neural Network Robustness to Common Corruptions.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Fusion strategies: early (concatenate inputs), late (combine predictions), joint embedding.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Zero-shot transfer to classes never explicitly labelled during 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Offline training pipeline versus the online serving path - different constraints, different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Operational: latency percentiles, throughput, error rate, saturation.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Robustness: corruption benchmarks, adversarial examples, out-of-distribution detection.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Scaling laws, and the growing dominance of compute-optimal 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16  |  Part IV - Attention, Generation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