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A3EA8"/>
                </a:solidFill>
                <a:latin typeface="Calibri"/>
              </a:rPr>
              <a:t>DL-601  ·  Part IV - Attention, Generation and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Generative Models: Autoencoders, VAEs, GANs and Diffusion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Learning the distribution, not just the decision boundary.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Contrast discriminative and generative modelling and the trade-offs between the major families.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Derive the VAE evidence lower bound and implement the reparameterisation trick.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Train a GAN, recognise mode collapse, and apply the standard stabilisation techniques.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Explain the forward and reverse diffusion processes and implement a minimal DDPM.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generative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Autoencoders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Variational autoencoders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Generative adversarial networks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Diffusion models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823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80060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Choosing, and the ethics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95544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shapes_32.npz, digits_8x8.npz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generative families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generative families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Autoregressive (PixelCNN, GPT): exact likelihood, slow sequential sampling.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3121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73121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4561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VAE: latent variable model, fast sampling, blurry samples.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91179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491179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82619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GAN: sharp samples, unstable training, no likelihood.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409236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409236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00676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Diffusion: high quality and stable training, at the cost of many sampling steps.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2729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327294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1873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Normalising flows: exact likelihood and invertibility, with heavy architectural constraints.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Autoencoders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Autoencoders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Encoder compresses to a bottleneck; decoder reconstructs. Trained on reconstruction error.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plain autoencoder is not generative - the latent space has no structure to sample from.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Useful for compression, denoising and anomaly detection via reconstruction error.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Variational autoencoders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Variational autoencoders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Encode to a distribution - a mean and a variance - rather than a point.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3121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73121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4561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ELBO = reconstruction term - KL(q(z|x) || p(z)). Maximise it to bound the log-likelihood.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91179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491179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82619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Reparameterisation: z = mu + sigma * eps, eps ~ N(0, I). This is what makes it differentiable.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409236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409236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00676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Posterior collapse: the KL term wins, the latent is ignored. KL annealing and beta-VAE address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2729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327294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1873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Samples are blurry because the pixel-wise Gaussian likelihood averages over plausible outputs.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Generative adversarial networks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Generative adversarial networks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Generator versus discriminator, a minimax game with a Nash equilibrium as the goal.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3121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73121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4561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Non-saturating generator loss, because the original minimax form gives no gradient early 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91179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491179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82619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Mode collapse: the generator finds a handful of outputs that fool the discriminator and stops there.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409236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409236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00676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Stabilisers: spectral normalisation, WGAN-GP, two time-scale update rules, label smoothing.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2729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327294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1873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Evaluation: FID is the standard, but it is sensitive to sample count and preprocessing.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Diffusion models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Diffusion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Forward process: add Gaussian noise over T steps until the image is pure noise. Fixed, no learning.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3121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73121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4561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Reverse process: a network learns to predict the noise added at each step.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91179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491179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82619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Training is a simple regression on the noise - remarkably stable compared to a GAN.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409236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409236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00676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Sampling is iterative and slow; DDIM and distillation cut the step count substantially.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2729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327294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1873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Classifier-free guidance trades diversity for fidelity and is what makes text-to-image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Choosing, and the ethics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Choosing, and the ethics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Need likelihoods? Autoregressive or flows. Need speed? VAE or GAN. Need quality? Diffusion.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Deepfakes, consent and provenance are engineering concerns, not only policy ones.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Training data attribution and memorisation are unresolved. Know what your model was trained 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Train an autoencoder and visualise its latent space; implement a VAE with the reparameterisation trick and interpolate between latent codes; train a DCGAN on shapes and deliberately induce and then fix mode collapse; implement a minimal DDPM with a small U-Net and visualise the reverse process step by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notebooks/L15_Generative_Models_Autoencoders_VAEs_GANs_and.ipynb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shapes_32.npz, digits_8x8.npz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A3EA8"/>
                </a:solidFill>
                <a:latin typeface="Calibri"/>
              </a:rPr>
              <a:t>CORE — all 7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Autoencoder and latent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VAE with reparameterisation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Sample and interpolate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beta-VAE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DCGAN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6.  Mode collapse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5079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7.  Minimal DDPM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DDIM sampling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Conditional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tasks/Lecture_15_Tasks.md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Kingma &amp; Welling (2014), Auto-Encoding Variational Bayes.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Goodfellow et al. (2014), Generative Adversarial Networks.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Ho et al. (2020), Denoising Diffusion Probabilistic Models.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Radford et al. (2016), DCGAN.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32504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4032504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Ho &amp; Salimans (2022), Classifier-Free Diffusion Guidance.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Autoregressive (PixelCNN, GPT): exact likelihood, slow sequential sampling.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Encoder compresses to a bottleneck; decoder reconstructs. Trained on reconstruction error.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Encode to a distribution - a mean and a variance - rather than a point.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Generator versus discriminator, a minimax game with a Nash equilibrium as the goal.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Forward process: add Gaussian noise over T steps until the image is pure noise. Fixed, no learning.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449824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526694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Need likelihoods? Autoregressive or flows. Need speed? VAE or GAN. Need quality?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Next — Lecture 16: Multimodal Learning and Production ML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15  |  Part IV - Attention, Generation and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