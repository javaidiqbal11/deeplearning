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A3EA8"/>
                </a:solidFill>
                <a:latin typeface="Calibri"/>
              </a:rPr>
              <a:t>DL-601  ·  Part IV - Attention, Generation and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Attention and the 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Scaled dot-product attention, built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Derive scaled dot-product attention and explain every term, including the square-root scaling.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multi-head self-attention, positional encoding and a full encoder block from scratch.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Distinguish encoder-only, decoder-only and encoder-decoder architectures and their uses.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Analyse attention's quadratic cost and name the main mitigations.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idea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Multi-head attention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Position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Transformer block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Three families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sentiment.csv, corpus.txt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Every position attends to every other position directly. Path length between any two tokens is 1.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Query, Key, Value: the query asks, keys advertise, values carry the content.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Attention(Q,K,V) = softmax(QK^T / sqrt(d_k)) V.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sqrt(d_k) matters: without it, dot products grow with dimension and softmax saturates to one-hot.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Multi-head attention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Multi-head attention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Project into h subspaces, attend independently in each, concatenate, project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Different heads specialise - syntax, coreference, positional patterns - without being told 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Cost is unchanged: each head uses d_model / h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Position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Attention is permutation-equivariant - it has no notion of order at 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Sinusoidal encodings: fixed, and extrapolate to unseen lengths.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Learned absolute embeddings: simple, standard in BERT and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Rotary (RoPE) and ALiBi: relative schemes that dominate modern large language models.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Transformer block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Transformer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Sub-layer 1: multi-head self-attention. Sub-layer 2: position-wise feed-forward (usually 4x width).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Residual connection plus LayerNorm around each sub-layer.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Pre-norm (norm before the sub-layer) trains far more stably than the original post-norm.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Causal masking in the decoder prevents a position from attending to the future.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Three families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Three families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Encoder-only (BERT): bidirectional context, for classification and retrieval.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Decoder-only (GPT): causal, for generation. The dominant modern architecture.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Encoder-decoder (T5, original Transformer): for sequence-to-sequence tasks like translation.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cost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Attention is O(n^2) in sequence length, in both time and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FlashAttention removes the memory cost with tiling and recomputation - exact, not approximate.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Sparse and linear attention approximate the matrix; sliding windows bound the span.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In practice the feed-forward layers hold most of the parameters; attention holds most of the cost at long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scaled dot-product attention, multi-head attention, sinusoidal positional encoding and a full pre-norm encoder block from scratch, verifying each against torch.nn.MultiheadAttention; train a Transformer classifier on the sentiment corpus; visualise attention weights; and measure the quadratic scaling empirically.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notebooks/L13_Attention_and_the_Transformer.ipynb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sentiment.csv, corpus.txt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A3EA8"/>
                </a:solidFill>
                <a:latin typeface="Calibri"/>
              </a:rPr>
              <a:t>CORE — all 7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Scaled dot-product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Why sqrt(d_k)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Multi-head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Positional encoding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Encoder block and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Attention visualisation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5079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7.  Causal masking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Quadratic scaling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Pre-norm versus post-norm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tasks/Lecture_13_Tasks.md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Vaswani et al. (2017), Attention Is All You Need.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Alammar, The Illustrated Transformer.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Xiong et al. (2020), On Layer Normalization in the Transformer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Dao et al. (2022), FlashAttention.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Every position attends to every other position directly. Path length between any two tokens is 1.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Project into h subspaces, attend independently in each, concatenate, project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Attention is permutation-equivariant - it has no notion of order at 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Sub-layer 1: multi-head self-attention. Sub-layer 2: position-wise feed-forward (usually 4x width).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Encoder-only (BERT): bidirectional context, for classification and retrieval.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Attention is O(n^2) in sequence length, in both time and memory.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Next — Lecture 14: Vision Transformers and Self-Supervised Learning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13  |  Part IV - Attention, Generation and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