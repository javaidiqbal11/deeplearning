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16A1C"/>
                </a:solidFill>
                <a:latin typeface="Calibri"/>
              </a:rPr>
              <a:t>DL-601  ·  Part III - Vision Systems and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Semantic Segmentation and Dense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One prediction per pixel, and the encoder-decoder that makes it possible.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Distinguish semantic, instance and panoptic segmentation and their evaluation metrics.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Explain why an encoder-decoder with skip connections outperforms naive upsampling.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U-Net from scratch and train it on multi-object scenes.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Compute mean IoU and Dice, and apply loss functions that handle class imbalance.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28216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28216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Three segmentation tasks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7685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31720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31720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resolution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8036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35224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35224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Encoder-decoder with skip connections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386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38728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38728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Upsampling operators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8736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42232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42232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Losses for dense prediction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9087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45736"/>
            <a:ext cx="50292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745736"/>
            <a:ext cx="101891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9437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22392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Then: hands-on lab  →  shapes_seg.npz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Three segmentation tasks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Three segmentation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Semantic: one class label per pixel; two adjacent cars are one 'car' 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Instance: separates object instances, but ignores background 'stuff'.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Panoptic: unifies both - every pixel gets a class and, where applicable, an instance id.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resolution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resolution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Classification backbones downsample aggressively - 32x is typical - to build semantic depth.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Dense prediction needs full input resolution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Naive upsampling from a 1/32-scale map produces blobby, boundary-blind masks.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Encoder-decoder with skip connections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Encoder-decoder with skip connections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Encoder: downsample, growing the receptive field and the semantic content.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Decoder: upsample back to input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Skip connections carry high-resolution spatial detail from encoder to decoder.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U-Net's symmetric design with concatenating skips remains the strongest simple baseline.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Upsampling operators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Upsampling operators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Nearest and bilinear interpolation: parameter-free, no checkerboard artefacts.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Transposed convolution: learned, but produces checkerboard artefacts when stride and kernel mismatch.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Recommended: bilinear upsample followed by a 3x3 convolution. Cleaner and just as expressive.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Dilated/atrous convolution: keep resolution while growing the receptive field (DeepLab).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Losses for dense prediction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Losses for dense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Pixel-wise cross-entropy is the default but is dominated by background pixels.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Class-weighted cross-entropy: weight inversely to pixel frequency.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Dice loss optimises overlap directly and is robust to imbalance.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Combined CE + Dice is the reliable practical default.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Per-class IoU = TP / (TP + FP + FN), then mean IoU over classes.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Dice = 2TP / (2TP + FP + FN) - monotonically related to IoU but weights differently.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Report per-class IoU, never only the mean. The mean hides a failed rare class.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Pixel accuracy is misleading: predicting all background can score 90%.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U-Net from scratch, train it on the 96x96 shape scenes for 5-class segmentation, compare cross-entropy against Dice against the combination, implement mean IoU and Dice metrics, and show the effect of removing the skip connections.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notebooks/L11_Semantic_Segmentation_and_Dense_Prediction.ipynb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shapes_seg.npz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16A1C"/>
                </a:solidFill>
                <a:latin typeface="Calibri"/>
              </a:rPr>
              <a:t>CORE — all 6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U-Net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Train and visualise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mIoU and Dice from scratch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Loss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Skip connections ablation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Class imbalance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Checkerboard artefacts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Boundary-aware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tasks/Lecture_11_Tasks.md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Ronneberger et al. (2015), U-Net: Convolutional Networks for Biomedical Image Segmentation.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Long et al. (2015), Fully Convolutional Networks for Semantic Segmentation.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Chen et al. (2018), DeepLabv3+.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Odena et al. (2016), Deconvolution and Checkerboard Artifacts.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37944"/>
            <a:ext cx="128016" cy="128016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691640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Semantic: one class label per pixel; two adjacent cars are one 'car' region.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14600"/>
            <a:ext cx="128016" cy="128016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368296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Classification backbones downsample aggressively - 32x is typical - to build semantic depth.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91256"/>
            <a:ext cx="128016" cy="128016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044952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Encoder: downsample, growing the receptive field and the semantic content.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67912"/>
            <a:ext cx="128016" cy="128016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721608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Nearest and bilinear interpolation: parameter-free, no checkerboard artefacts.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44568"/>
            <a:ext cx="128016" cy="128016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398264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Pixel-wise cross-entropy is the default but is dominated by background pixels.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21224"/>
            <a:ext cx="128016" cy="128016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5074920"/>
            <a:ext cx="10509199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Per-class IoU = TP / (TP + FP + FN), then mean IoU over classes.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Next — Lecture 12: Sequence Models: RNNs, LSTMs and Image Captioning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11  |  Part III - Vision Systems and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