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DL-601  ·  Part II - Convolutional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Convolutional Neural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The right inductive bias for images, derived rather than asserted.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convolution as local connectivity plus weight sharing, and count the parameters it saves.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Compute output shapes for any kernel, stride, padding and dilation without guessing.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2D convolution and max pooling from scratch, then match PyTorch's result.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Reason about receptive field growth and design a CNN whose receptive field covers the input.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Why not just use an 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two ideas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Convolution arithmetic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Pooling and downsampling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Receptive field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What the filters learn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not just use an MLP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Why not just use an MLP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224x224x3 image into one 1000-unit hidden layer is 150 million weights in a single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An MLP discards spatial structure the moment it flattens the input.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has no translation equivariance: shift the object by one pixel and every input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two ideas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two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Local connectivity: a unit sees a small patch, because pixels far apart are weakly related.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Weight sharing: the same kernel slides everywhere, because an edge is an edge anywhere in the frame.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Together they give translation equivariance and cut parameters by orders of magnitude.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3x3x3 kernel producing 64 channels is 1792 parameters, independent of image size.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Convolution arithmetic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Convolution arithmetic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out = floor((in + 2*padding - dilation*(kernel - 1) - 1) / stride) + 1.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'same' padding for an odd kernel k with stride 1 is p = (k - 1) /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Stride 2 halves the spatial size and is the common alternative to pooling.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Dilation enlarges the receptive field without adding parameters - central to segmentation.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Pooling and downsampling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Pooling and downsampling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Max pooling gives small-translation invariance and reduces computation.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Average pooling is smoother; global average pooling replaces the big flatten-and-dense head.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Modern architectures often use strided convolution instead of pooling and learn the downsample.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Receptive field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Receptive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Stacking two 3x3 layers gives a 5x5 receptive field with fewer parameters than one 5x5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RF grows linearly with depth and multiplicatively with stride.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If the receptive field at the classification layer does not cover the object, the model cannot see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the filters learn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the filters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Layer 1: oriented edges and colour blobs - remarkably close to Gabor filters, every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Middle layers: corners, textures, repeated motifs.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Deep layers: object parts and whole-object detectors.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This hierarchy emerges from the data. Nobody designs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conv2d with im2col and max pooling from scratch and match torch.nn.functional to 1e-5; apply hand-built edge kernels to see what convolution does; build and train a CNN on shapes to roughly 99%, beating the linear baseline from Lecture 1 by ~35 points; then visualise the learned first-layer filters.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notebooks/L05_Convolutional_Neural_Networks.ipynb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Shape arithmetic without running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Convolution from scratch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Max pooling forward and backward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Train a CNN on shapes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Parameter accounting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Visualise layer-1 filters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Receptive field calculator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Translation equivariance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tasks/Lecture_05_Tasks.md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LeCun et al. (1998), Gradient-Based Learning Applied to Document Recognition (LeNet-5).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Dumoulin &amp; Visin (2016), A Guide to Convolution Arithmetic for Deep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CS231n notes: Convolutional Neural Networks.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 224x224x3 image into one 1000-unit hidden layer is 150 million weights in a single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Local connectivity: a unit sees a small patch, because pixels far apart are weakly related.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out = floor((in + 2*padding - dilation*(kernel - 1) - 1) / stride) + 1.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Max pooling gives small-translation invariance and reduces computation.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Stacking two 3x3 layers gives a 5x5 receptive field with fewer parameters than one 5x5 layer.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Layer 1: oriented edges and colour blobs - remarkably close to Gabor filters, every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Next — Lecture 06: Modern CNN Architectures and Transfer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05  |  Part II - Convolutional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