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DL-601  ·  Part III - Vision Systems and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Serving Deep Learning Models with 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A model that nobody can call is a model that does not exist.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Export a trained model and load it for inference with correct, reproducible preprocessing.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FastAPI service that accepts an image upload and returns calibrated class probabilities.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Validate inputs with Pydantic and return useful, correct HTTP error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Measure latency and throughput, and improve both with batching and threading controls.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Training code is not serving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Model export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FastAPI essentials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Correctness at the edges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Testing a model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shapes_32.npz, shapes_imagefolder/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Training code is not serving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Training code is not serving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Training optimises throughput on batches; serving optimises latency on single requests.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preprocessing at inference must match training exactly - the commonest silent production bug.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Ship the preprocessing with the weights. A checkpoint alone is not a deployable artefact.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 export formats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Model export formats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state_dict: the recommended PyTorch format, but it requires the class definition to load.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TorchScript (torch.jit.script / trace): self-contained, runs without the Python class.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ONNX: cross-runtime, good for deployment outside Python.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Pickling a whole model couples you to your directory layout. Avoid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FastAPI essentials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FastAPI essentials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Path operations, type hints and automatic OpenAPI documentation at /docs.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Pydantic models validate and coerce request and response bodies for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UploadFile streams a file without loading it all into memory.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Load the model once at startup with a lifespan handler, never per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Correctness at the edges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Correctness at the edges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Reject non-image uploads with 415, oversized files with 413, malformed input with 422.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Set torch.set_num_threads deliberately - thread oversubscription is a common latency cliff.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Always wrap inference in torch.inference_mode(). Forgetting it leaks memory and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Return the model version alongside every prediction so results are traceable.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Measure p50, p95 and p99 latency, not the mean. Tail latency is what users feel.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Dynamic batching: collect requests for a few milliseconds and run them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Warm up the model at startup - the first inference is always slower.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Health endpoint for orchestration, readiness distinct from liveness.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Testing a model service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Testing a model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TestClient gives you fast endpoint tests with no network.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Test the contract (status codes, schema) separately from the model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Golden-output test: a fixed input must produce the same prediction after any refactor.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Take the Lecture 6 ResNet, export it with its preprocessing config, build a complete FastAPI service (upload, batch, health, metrics endpoints), write pytest tests with TestClient, and run a latency benchmark reporting p50/p95/p99 before and after batching.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notebooks/L09_Serving_Deep_Learning_Models_with_FastAPI.ipynb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shapes_imagefolder/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932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5093208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Complete FastAPI service in app/ - main.py, model.py, schemas.py, tests/, requirements.txt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Export a deployable artefact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The predict endpoint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Input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Batch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Test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Latency 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TorchScript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Containerise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tasks/Lecture_09_Tasks.md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FastAPI documentation: Request Files, Dependencies, Testing, Lifespan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PyTorch documentation: Saving and Loading Models; TorchScript.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Sculley et al. (2015), Hidden Technical Debt in Machine Learning Systems.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Training optimises throughput on batches; serving optimises latency on single requests.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state_dict: the recommended PyTorch format, but it requires the class definition to 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Path operations, type hints and automatic OpenAPI documentation at /docs.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Reject non-image uploads with 415, oversized files with 413, malformed input with 422.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Measure p50, p95 and p99 latency, not the mean. Tail latency is what users feel.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TestClient gives you fast endpoint tests with no network.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Next — Lecture 10: Object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09  |  Part III - Vision Systems and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