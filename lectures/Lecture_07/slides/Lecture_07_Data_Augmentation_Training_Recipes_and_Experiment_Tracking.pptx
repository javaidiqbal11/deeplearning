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866B"/>
                </a:solidFill>
                <a:latin typeface="Calibri"/>
              </a:rPr>
              <a:t>DL-601  ·  Part II - Convolutional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Data Augmentation, Training Recipes and Experiment 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The unglamorous work that produces most of the accuracy.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Design an augmentation policy whose transformations preserve the label.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mixup and cutmix and explain what they regularise.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Run a reproducible experiment: fixed seeds, logged configuration, recorded artefacts.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Choose between grid, random and successive-halving hyper-parameter search.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28216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28216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Augmentation as a prior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7685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31720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standard geometric and photometric toolkit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8036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35224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35224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Mixup and cutmix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8386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38728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38728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Test-time augmentation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8736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42232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42232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Reproducibility in practice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9087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45736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745736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Hyper-parameter search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9437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22392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Then: hands-on lab  →  shapes_32.npz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Augmentation as a prior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Augmentation as a prior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Augmentation encodes the invariances you know the task has.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It is the cheapest way to buy effective data, and usually outperforms explicit regularisers.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The rule: the transformation must not change the correct label.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counter-example: vertical flip changes a 6 into a 9. Never flip digits vertically.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standard geometric and photometric toolkit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standard geometric and photometric 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Random crop with padding, horizontal flip, small rotation, scale and translate.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Colour jitter (brightness, contrast, saturation, hue), grayscale, Gaussian blur.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Random erasing / cutout: occlude a rectangle so the model cannot rely on a single region.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Augment the training set only. Augmenting validation makes your metric meaningless.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Mixup and cutmix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Mixup and cutmix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Mixup: x = lam*x_i + (1-lam)*x_j with the labels mixed identically, lam ~ Beta(a, 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It encourages linear behaviour between examples and improves calibration noticeably.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Cutmix pastes a patch of one image into another, mixing labels by patch area.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Both need soft-label cross-entropy, and both usually want longer training.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Test-time augmentation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Test-time augmentation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Average predictions over several augmented copies of the test image.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Reliably worth a point or two of accuracy at a linear cost in inference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State clearly whether a reported number used TTA - otherwise the comparison is dishonest.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Reproducibility in practice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Reproducibility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Seed Python, NumPy and PyTorch; set deterministic algorithms when you need bitwise repeatability.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Log the full configuration, the git commit, the library versions and the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Save the config next to the checkpoint. A checkpoint without its config is nearly worthless.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GPU non-determinism is real: expect small run-to-run variation even with seeds fixed.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Hyper-parameter search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Hyper-parameter 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Grid search wastes evaluations on parameters that do not matter.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Random search covers important dimensions far better at the same budget (Bergstra &amp; Bengio).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Successive halving / Hyperband: start many runs, kill the weak ones early.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Search on validation. Report on test, once.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Build an augmentation pipeline from tensor operations, measure each transformation's effect in a controlled ablation, implement mixup and cutmix with soft-label loss, then build a small experiment tracker (JSON log + results table) and run a random search over the training recipe.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notebooks/L07_Data_Augmentation_Training_Recipes_and_Exper.ipynb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866B"/>
                </a:solidFill>
                <a:latin typeface="Calibri"/>
              </a:rPr>
              <a:t>CORE — all 6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Augmentation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Label-preserving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Ablation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Mixup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Experiment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Random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Cutmix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Test-time augmentation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tasks/Lecture_07_Tasks.md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Zhang et al. (2018), mixup: Beyond Empirical Risk Minimization.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Yun et al. (2019), CutMix.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Bergstra &amp; Bengio (2012), Random Search for Hyper-Parameter Optimization.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Shorten &amp; Khoshgoftaar (2019), A Survey on Image Data Augmentation.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37944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691640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Augmentation encodes the invariances you know the task has.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14600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368296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Random crop with padding, horizontal flip, small rotation, scale and translate.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91256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044952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Mixup: x = lam*x_i + (1-lam)*x_j with the labels mixed identically, lam ~ Beta(a, a).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67912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721608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Average predictions over several augmented copies of the test image.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44568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398264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Seed Python, NumPy and PyTorch; set deterministic algorithms when you need bitwise repeatability.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21224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5074920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Grid search wastes evaluations on parameters that do not matter.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Next — Lecture 08: Evaluation, Interpretability and Model Debugging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07  |  Part II - Convolutional Vision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