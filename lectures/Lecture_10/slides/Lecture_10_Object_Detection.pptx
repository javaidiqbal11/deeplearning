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16A1C"/>
                </a:solidFill>
                <a:latin typeface="Calibri"/>
              </a:rPr>
              <a:t>DL-601  ·  Part III - Vision Systems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Object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From 'what is in this image' to 'what, and exactly where'.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Define the detection task and the role of IoU, non-maximum suppression and mean average precision.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Contrast two-stage (R-CNN family) with one-stage (YOLO, SSD, RetinaNet) detectors.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a single-scale anchor-free detector with classification and box-regression heads.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Compute mAP correctly and interpret a precision-recall curve.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task and why it is harder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Intersection over Union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Two-stage detectors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One-stage detectors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Non-maximum suppression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4573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74573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Losses and 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943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2239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shapes_det.npz, shapes_det_annotations.json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task and why it is harder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task and why it is harder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Variable number of outputs per image - a classification head cannot express that.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Objects appear at many scales and positions, and they overlap.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Extreme foreground/background imbalance: most locations contain nothing.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Intersection over Union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Intersection over Union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IoU = area of overlap / area of union. The universal matching criterion.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prediction counts as a true positive at IoU &gt;= threshold, conventionally 0.5.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COCO-style mAP averages over IoU thresholds 0.5 to 0.95 in steps of 0.05 - a much stricter metric.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Two-stage detectors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Two-stage detectors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R-CNN: region proposals, then a CNN per region. Accurate and extremely slow.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Fast R-CNN: one CNN pass over the image, RoI pooling per proposal.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Faster R-CNN: the Region Proposal Network makes proposals learnable and end-to-end.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Mask R-CNN adds a mask head and RoIAlign, fixing RoI pooling's quantisation error.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One-stage detectors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One-stage detectors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YOLO: a single pass predicts boxes and classes on a grid. Fast enough for video.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SSD: predictions from multiple feature-map scales.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RetinaNet: focal loss down-weights easy negatives and closes most of the accuracy gap.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Anchor-free (FCOS, CenterNet): predict centre and extent directly, no anchor tuning.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DETR: set prediction with a Transformer and bipartite matching - no NMS at 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Non-maximum suppression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Non-maximum suppression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Detectors emit many overlapping boxes for one object.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NMS: sort by score, keep the best, delete anything overlapping it above the IoU threshold, repeat.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Class-wise NMS avoids suppressing a genuinely overlapping object of a different class.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Soft-NMS decays scores instead of deleting, which helps in crowded scenes.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Losses and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Losses and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Classification: cross-entropy or focal loss, over grid locations.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Box regression: smooth L1, or IoU-family losses (GIoU, DIoU, CIoU) which optimise the metric directly.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mAP: average precision per class, averaged over classes. Read the PR curve, not only the summary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IoU and NMS from scratch with tests, build a single-scale anchor-free detector (a centre heatmap plus a size regression head) on the 96x96 multi-shape scenes, train it, decode its output, and implement mAP@0.5 to evaluate it properly.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notebooks/L10_Object_Detection.ipynb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shapes_det.npz, shapes_det_annotations.json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16A1C"/>
                </a:solidFill>
                <a:latin typeface="Calibri"/>
              </a:rPr>
              <a:t>CORE — all 6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IoU, vectorised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Non-maximum suppression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Build the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Decode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mean Average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Confidence threshold sweep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Focal loss ablation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Multi-scale predictions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tasks/Lecture_10_Tasks.md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Ren et al. (2015), Faster R-CNN.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Redmon et al. (2016), You Only Look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Lin et al. (2017), Focal Loss for Dense Object Detection.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Tian et al. (2019), FCOS: Fully Convolutional One-Stage Object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Variable number of outputs per image - a classification head cannot express that.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IoU = area of overlap / area of union. The universal matching criterion.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91256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R-CNN: region proposals, then a CNN per region. Accurate and extremely slow.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YOLO: a single pass predicts boxes and classes on a grid. Fast enough for video.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44568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98264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Detectors emit many overlapping boxes for one object.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21224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7492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Classification: cross-entropy or focal loss, over grid locations.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Next — Lecture 11: Semantic Segmentation and Dense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10  |  Part III - Vision Systems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