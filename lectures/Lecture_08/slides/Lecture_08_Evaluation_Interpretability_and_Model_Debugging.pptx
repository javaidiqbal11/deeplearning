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DL-601  ·  Part II - Convolutional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Evaluation, Interpretability and Model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Accuracy is one number. It is rarely the one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Select metrics appropriate to class imbalance and to the cost structure of the errors.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Assess calibration and correct it with temperature scaling.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saliency maps and Grad-CAM and read them critically.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Follow a systematic debugging protocol instead of changing hyper-parameters at random.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8308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Beyond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771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86584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confusion matrix is the first diagnostic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7121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90088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Calibration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7472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753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93592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Interpretability methods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7822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788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97096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Shortcut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8172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823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80060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A debugging protocol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8523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9554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375"/>
                </a:solidFill>
                <a:latin typeface="Calibri"/>
              </a:rPr>
              <a:t>Then: hands-on lab  →  shapes_32.npz, shapes_det.npz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Beyond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Beyond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With 99% negatives, a model predicting 'negative' always scores 99%. Accuracy is worthless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Precision, recall, F1; macro-average treats classes equally, micro-average weights by frequency.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ROC-AUC is threshold-free; PR-AUC is the honest choice under heavy imbalance.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Top-5 accuracy matters when classes are genuinely ambiguous.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confusion matrix is the first diagnostic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confusion matrix is the first diagnostic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converts one number into a map of which classes are being confused for which.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Systematic off-diagonal mass points at a labelling problem or a genuine visual ambiguity.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Always inspect the highest-confidence errors by eye. They are the most informative images you 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well-calibrated model that says 0.8 is right 80% of the time. Modern networks are badly over-confident.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Reliability diagram: bin by confidence, plot accuracy against mean confidence per bin.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Expected calibration error summarises the gap in a single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Temperature scaling divides logits by a single learned T tuned on validation. Simple and effective.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Interpretability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Interpretability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Vanilla saliency: the gradient of the class score with respect to the input pixels. Noisy but instant.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Grad-CAM: weight the last conv feature maps by their gradients; coarse, class-discriminative, robust.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Occlusion sensitivity: slide a grey patch and watch the score drop. Slow, model-agnostic, trustworthy.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Integrated gradients satisfies useful axioms that raw gradients do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Caveat: saliency maps have failed sanity checks - some look plausible on a randomly initialised network.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Shortcut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Shortcut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Models exploit whatever correlates with the label, including artefacts you never intended.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Classic failures: hospital tokens in X-rays, snow in husky images, watermarks in scraped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Grad-CAM outside the object is the signature. Test on data where the shortcut is broken.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 debugging protocol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 debugging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1. Overfit a single batch. If the loss will not reach zero, the bug is in the model or the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2. Check the initial loss equals -log(1/num_classes) for a balanced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3. Verify shapes, label alignment and the normalisation applied at train and at inference.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4. Only then tune the learning rate, the capacity and the regularisation - in that order.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full evaluation report for the Lecture 6 model: per-class metrics, confusion matrix, highest-confidence errors, reliability diagram with temperature scaling, saliency and Grad-CAM. Then diagnose a deliberately shortcut-corrupted dataset and prove the shortcut with Grad-CAM.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notebooks/L08_Evaluation_Interpretability_and_Model_Debugg.ipynb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shapes_det.npz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Full metric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Error gallery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Reliability diagram and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Temperature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Grad-CAM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Catch the shortcut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Occlusion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Saliency sanity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tasks/Lecture_08_Tasks.md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Guo et al. (2017), On Calibration of Modern Neural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Selvaraju et al. (2017), Grad-CAM.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Adebayo et al. (2018), Sanity Checks for Saliency Maps.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Geirhos et al. (2020), Shortcut Learning in Deep Neural Networks.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83664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70078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With 99% negatives, a model predicting 'negative' always scores 99%. Accuracy is worthless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96896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14016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It converts one number into a map of which classes are being confused for which.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10128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 well-calibrated model that says 0.8 is right 80% of the time. Modern networks are badly over-confident.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840480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Vanilla saliency: the gradient of the class score with respect to the input pixels. Noisy but instant.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36592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553712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Models exploit whatever correlates with the label, including artefacts you never intended.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449824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526694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1. Overfit a single batch. If the loss will not reach zero, the bug is in the model or the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Next — Lecture 09: Serving Deep Learning Models with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08  |  Part II - Convolutional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