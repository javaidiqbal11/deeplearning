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A3EA8"/>
                </a:solidFill>
                <a:latin typeface="Calibri"/>
              </a:rPr>
              <a:t>DL-601  ·  Part IV - Attention, Generation and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Vision Transformers and Self-Supervised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Images as sequences of patches, and learning without labels.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Explain the ViT patch-embedding pipeline and where its inductive bias differs from a CNN's.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a Vision Transformer from scratch and train it on the shapes dataset.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Describe contrastive (SimCLR, MoCo), distillation (DINO) and masked (MAE) self-supervision.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Run a linear probe to quantify the quality of a learned representation.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14  |  Part IV - Attention, Generation and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2821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2821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Vision Transformer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7685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Inductive bias and the data requirement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8036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35224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35224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Why self-supervision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386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38728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38728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Contrastive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8736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42232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42232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Beyond contrastive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9087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4573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74573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Evaluating a representation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29437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22392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Then: hands-on lab  →  shapes_32.npz, shapes_pairs.npz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14  |  Part IV - Attention, Generation and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Vision Transformer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Vision Transformer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Split the image into fixed patches (16x16 in the original), flatten, and linearly project each.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Prepend a learnable [CLS] token; add positional embeddings; feed a standard Transformer encoder.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Classify from the [CLS] output, or from mean-pooled patch tokens.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14  |  Part IV - Attention, Generation and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Inductive bias and the data requirement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Inductive bias and the data requirement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CNN has locality and translation equivariance baked in. ViT has almost none.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ViT underperforms ResNets on ImageNet-1k alone; it wins once pre-trained on JFT-300M.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'Attention is all you need - given enough data.' With little data, the CNN prior is a real advantage.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Hybrids (ConvNeXt, Swin) reintroduce locality and hierarchy and get the best of both.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14  |  Part IV - Attention, Generation and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Why self-supervision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Why self-supervision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Labels are expensive; unlabelled images are effectively free.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pretext task manufactures supervision from the data's own 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Early pretext tasks: rotation prediction, jigsaw, colourisation. Superseded, but instructive.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14  |  Part IV - Attention, Generation and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Contrastive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Contrastive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SimCLR: two augmented views of one image are positives; every other image in the batch is a negative.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NT-Xent loss with a temperature; the projection head is discarded after pre-training.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It needs large batches for enough negatives. MoCo solves this with a momentum-updated queue.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Augmentation choice is not a detail - it *is* the definition of what the model treats as invariant.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14  |  Part IV - Attention, Generation and Production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Beyond contrastive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Beyond contrastive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BYOL and DINO work without negatives, using a momentum teacher and stop-gradient to avoid collapse.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MAE: mask 75% of patches and reconstruct them. Simple, highly scalable, very effective for ViT.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The high mask ratio is what makes the task hard enough to force semantic understanding.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14  |  Part IV - Attention, Generation and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Evaluating a representation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Evaluating a representation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Linear probe: freeze the encoder, train a linear classifier. The standard measure of representation quality.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k-NN probe: no training at all, just nearest neighbours in feature space.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Few-shot transfer: the metric that matters when labels are genuinely scarce.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14  |  Part IV - Attention, Generation and Production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patch embedding, the [CLS] token and a full ViT from scratch, train it on shapes and compare against the Lecture 6 CNN at matched parameter counts; then run SimCLR pre-training on the unlabelled pool and measure linear-probe accuracy against a supervised model trained on the same small label budget.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notebooks/L14_Vision_Transformers_and_SelfSupervised_Learn.ipynb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shapes_32.npz, shapes_pairs.npz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14  |  Part IV - Attention, Generation and Production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A3EA8"/>
                </a:solidFill>
                <a:latin typeface="Calibri"/>
              </a:rPr>
              <a:t>CORE — all 6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Patch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Vision Transformer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ViT versus CNN under data scarcity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Attention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SimCLR augmentations and NT-Xent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6.  Pre-train and probe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Augmentation ablation for SimCLR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Masked autoencoder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tasks/Lecture_14_Tasks.md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14  |  Part IV - Attention, Generation and Production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Dosovitskiy et al. (2021), An Image Is Worth 16x16 Words (ViT).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Chen et al. (2020), A Simple Framework for Contrastive Learning (SimCLR).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He et al. (2022), Masked Autoencoders Are Scalable Vision Learners.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6557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465576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Caron et al. (2021), Emerging Properties in Self-Supervised Vision Transformers (DINO).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14  |  Part IV - Attention, Generation and Production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37944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Split the image into fixed patches (16x16 in the original), flatten, and linearly project each.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14600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68296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A CNN has locality and translation equivariance baked in. ViT has almost none.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91256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044952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Labels are expensive; unlabelled images are effectively free.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67912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721608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SimCLR: two augmented views of one image are positives; every other image in the batch is a negative.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44568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398264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BYOL and DINO work without negatives, using a momentum teacher and stop-gradient to avoid collapse.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21224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07492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Linear probe: freeze the encoder, train a linear classifier. The standard measure of representation quality.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Next — Lecture 15: Generative Models: Autoencoders, VAEs, GANs and Diffusion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14  |  Part IV - Attention, Generation and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