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F6FB2"/>
                </a:solidFill>
                <a:latin typeface="Calibri"/>
              </a:rPr>
              <a:t>DL-601  ·  Part I -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5A6375"/>
                </a:solidFill>
                <a:latin typeface="Calibri"/>
              </a:rPr>
              <a:t>Lecture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81425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1A1F2B"/>
                </a:solidFill>
                <a:latin typeface="Calibri"/>
              </a:rPr>
              <a:t>Deep Learning Foundations and the Image Data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5A6375"/>
                </a:solidFill>
                <a:latin typeface="Calibri"/>
              </a:rPr>
              <a:t>Why depth works, and how pixels become tensors.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846320"/>
            <a:ext cx="18288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885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375"/>
                </a:solidFill>
                <a:latin typeface="Calibri"/>
              </a:rPr>
              <a:t>Deep Learning — Foundations, Computer Vision and Production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375"/>
                </a:solidFill>
                <a:latin typeface="Calibri"/>
              </a:rPr>
              <a:t>Senior AI Engineer,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BY THE END OF THIS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384048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746504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Place deep learning relative to classical machine learning and explain what changed after 2012.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15768"/>
            <a:ext cx="384048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679192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Describe an image as a tensor and move fluently between NumPy, PIL and PyTorch layouts.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48456"/>
            <a:ext cx="384048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611880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Build a Dataset and DataLoader and reason about batching, shuffling and normalisation.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81144"/>
            <a:ext cx="384048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626864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544568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Establish a baseline and a train/validation/test protocol before touching a model.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01  |  Part I - Foundations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78308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What deep learning actually 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6771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6829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86584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When to use deep learning - and when not 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7121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9718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990088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Images as tensors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74720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57530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593592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The data pipeline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78224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17880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4197096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Splits, baselines and leakage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A6375"/>
                </a:solidFill>
                <a:latin typeface="Calibri"/>
              </a:rPr>
              <a:t>Then: hands-on lab  →  shapes_32.npz, shapes_imagefolder/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01  |  Part I - Foundations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What deep learning actually 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deep learning actually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Representation learning: features are learned, not hand-designed.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The classical pipeline (SIFT/HOG + SVM) versus the learned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Three enablers: large labelled datasets, GPUs, and better optimisation and initialisation.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AlexNet 2012 cut ImageNet top-5 error from 26% to 15% and ended the hand-crafted-feature era.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01  |  Part I - Foundations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When to use deep learning - and when not 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When to use deep learning - and when not 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Good fit: perceptual data (images, audio, text), abundant data, tolerance for opacity.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Poor fit: small tabular datasets, hard interpretability constraints, tight latency on tiny hardware.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Gradient-boosted trees still beat deep nets on most tabular problems. Choose deliberately.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01  |  Part I - Foundations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Images as tensors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Images as tensors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 colour image is a rank-3 tensor: (height, width, channels).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PyTorch convention is NCHW; NumPy, PIL and matplotlib use HWC. Most day-one bugs are a permute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uint8 in [0, 255] for storage, float32 in [0, 1] for compute, standardised for training.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Normalisation with per-channel mean and standard deviation puts every input on a comparable scale.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01  |  Part I - Foundations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data pipeline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data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Dataset defines __len__ and __getitem__; DataLoader adds batching, shuffling and parallel workers.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Shuffle the training set every epoch; never shuffle the test set.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On Windows, use num_workers=0 in notebooks - worker spawning misbehaves inside Jupyter.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Compute normalisation statistics on the training split only. Using all data leaks information.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01  |  Part I - Foundations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Splits, baselines and leakage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Splits, baselines and leakage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Train fits parameters, validation selects hyper-parameters, test is touched exactly 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Always record the majority-class rate and a linear baseline first.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On our shapes dataset: chance is 25%, a linear model reaches ~63%. That gap is what the course is about.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Leakage checklist: duplicated images across splits, statistics computed on all data, tuning on test.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01  |  Part I - Foundations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737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50800" cy="17373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856232"/>
            <a:ext cx="102897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Load the shapes dataset three ways (npz arrays, a Dataset class, an on-disk image folder), visualise it, compute normalisation statistics correctly, and fit a majority-class and a linear baseline to fix the numbers the rest of the course must beat.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66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6FB2"/>
                </a:solidFill>
                <a:latin typeface="Calibri"/>
              </a:rP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3666744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notebooks/L01_Deep_Learning_Foundations_and_the_Image_Data.ipynb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422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6FB2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4142232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shapes_32.npz, shapes_imagefolder/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6FB2"/>
                </a:solidFill>
                <a:latin typeface="Calibri"/>
              </a:rPr>
              <a:t>Helpers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4617720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from dlcourse import load_shapes, train, evaluate, show_grid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01  |  Part I - Foundations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DUE BEFORE THE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Your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5506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F6FB2"/>
                </a:solidFill>
                <a:latin typeface="Calibri"/>
              </a:rPr>
              <a:t>CORE — all 4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1.  Tensor layout drill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505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2.  Custom 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62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3.  Honest normalisation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4.  Baselines that matter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16550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A6375"/>
                </a:solidFill>
                <a:latin typeface="Calibri"/>
              </a:rPr>
              <a:t>STRETCH — 2 optional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203911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1.  Batch-size timing study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245059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2.  Find the leak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8978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Full instructions: tasks/Lecture_01_Tasks.md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01  |  Part I - Foundations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6FB2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764792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Goodfellow, Bengio &amp; Courville, Deep Learning, Chapter 1 and Section 5.1-5.3.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6FB2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Krizhevsky, Sutskever &amp; Hinton (2012), ImageNet Classification with Deep CNNs (AlexNet).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986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6FB2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PyTorch docs: Datasets and DataLoaders tutorial.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01  |  Part I - Foundations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83664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70078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Representation learning: features are learned, not hand-designed.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414016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Good fit: perceptual data (images, audio, text), abundant data, tolerance for opacity.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10128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127248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A colour image is a rank-3 tensor: (height, width, channels).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023360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840480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Dataset defines __len__ and __getitem__; DataLoader adds batching, shuffling and parallel workers.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36592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553712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Train fits parameters, validation selects hyper-parameters, test is touched exactly once.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8521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6FB2"/>
                </a:solidFill>
                <a:latin typeface="Calibri"/>
              </a:rPr>
              <a:t>Next — Lecture 02: From Linear Models to Neural Networks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01  |  Part I - Foundations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