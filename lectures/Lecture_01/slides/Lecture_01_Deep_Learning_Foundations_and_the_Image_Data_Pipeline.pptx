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DL-601  ·  Part I -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Deep Learning Foundations and the Image 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Why depth works, and how pixels become tensors.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Place deep learning relative to classical machine learning and explain what changed after 2012.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Describe an image as a tensor and move fluently between NumPy, PIL and PyTorch layouts.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Build a Dataset and DataLoader and reason about batching, shuffling and normalisation.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Establish a baseline and a train/validation/test protocol before touching a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What deep learning actually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When to use deep learning - and when not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Images as tensors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data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Splits, baselines and leakage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18888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shapes_32.npz, shapes_imagefolder/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What deep learning actually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deep learning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Representation learning: features are learned, not hand-designed.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classical pipeline (SIFT/HOG + SVM) versus the learned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Three enablers: large labelled datasets, GPUs, and better optimisation and initialisation.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AlexNet 2012 cut ImageNet top-5 error from 26% to 15% and ended the hand-crafted-feature era.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When to use deep learning - and when not 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When to use deep learning - and when not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Good fit: perceptual data (images, audio, text), abundant data, tolerance for opacity.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Poor fit: small tabular datasets, hard interpretability constraints, tight latency on tiny hardware.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Gradient-boosted trees still beat deep nets on most tabular problems. Choose deliberately.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Images as tensors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Images as tensors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colour image is a rank-3 tensor: (height, width, channels).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PyTorch convention is NCHW; NumPy, PIL and matplotlib use HWC. Most day-one bugs are a permute 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uint8 in [0, 255] for storage, float32 in [0, 1] for compute, standardised for 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Normalisation with per-channel mean and standard deviation puts every input on a comparable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data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Dataset defines __len__ and __getitem__; DataLoader adds batching, shuffling and parallel workers.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Shuffle the training set every epoch; never shuffle the test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On Windows, use num_workers=0 in notebooks - worker spawning misbehaves inside Jupyter.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Compute normalisation statistics on the training split only. Using all data leaks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Splits, baselines and leakage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Splits, baselines and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 fits parameters, validation selects hyper-parameters, test is touched exactly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Always record the majority-class rate and a linear baseline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On our shapes dataset: chance is 25%, a linear model reaches ~63%. That gap is what the course is about.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Leakage checklist: duplicated images across splits, statistics computed on all data, tuning on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Load the shapes dataset three ways (npz arrays, a Dataset class, an on-disk image folder), visualise it, compute normalisation statistics correctly, and fit a majority-class and a linear baseline to fix the numbers the rest of the course must beat.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notebooks/L01_Deep_Learning_Foundations_and_the_Image_Data.ipynb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shapes_imagefolder/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CORE — all 4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Tensor layout drill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Custom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Honest normalisation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Baselines that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Batch-size timing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Find the 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tasks/Lecture_01_Tasks.md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Goodfellow, Bengio &amp; Courville, Deep Learning, Chapter 1 and Section 5.1-5.3.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Krizhevsky, Sutskever &amp; Hinton (2012), ImageNet Classification with Deep CNNs (AlexNet).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PyTorch docs: Datasets and DataLoaders tutorial.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Representation learning: features are learned, not hand-designed.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51176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04872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Good fit: perceptual data (images, audio, text), abundant data, tolerance for opacity.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26440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18104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 colour image is a rank-3 tensor: (height, width, channels).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77640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31336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Dataset defines __len__ and __getitem__; DataLoader adds batching, shuffling and parallel workers.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90872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544568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Train fits parameters, validation selects hyper-parameters, test is touched exactly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Next — Lecture 02: From Linear Models to Neural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01  |  Part I -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