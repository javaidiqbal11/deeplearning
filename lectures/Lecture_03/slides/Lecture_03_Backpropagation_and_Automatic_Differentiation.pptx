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DL-601  ·  Part I -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Backpropagation and Automatic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The chain rule, organised as a graph - and built from scratch.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Derive backpropagation as the reverse-mode application of the chain rule on a computational graph.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working reverse-mode autodiff engine in under 150 lines of NumPy.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Compute local gradients for the layers used throughout the course.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Recognise vanishing and exploding gradients from the gradient-norm profile across layers.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computational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Forward mode versus reverse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Local gradients you should know by heart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Broadcasting and the sum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When gradients go wrong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18888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digits_8x8.npz, shapes_32.npz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computational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computational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Every model is a DAG of primitive operations; each node knows its local derivative.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Forward pass computes values and caches whatever the backward pass will need.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Backward pass walks the graph in reverse topological order, multiplying local Jacobians.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Forward mode versus reverse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Forward mode versus reverse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Forward mode costs one pass per input; reverse mode costs one pass per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Deep learning has millions of inputs (parameters) and one output (the loss) - reverse mode wins.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Cost of the backward pass is roughly twice the forward pass, at the price of storing activations.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Local gradients you should know by heart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Local gradients you should know by heart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Add: distributes the incoming gradient unchanged to both inputs.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Multiply: swaps the inputs - dL/da = b * upstream.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MatMul: dL/dW = upstream^T x, dL/dx = W^T upstream. Check shapes, always.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ReLU: passes the gradient where the input was positive, blocks it elsewhere.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Max/pooling: routes the whole gradient to the argmax, zero everywhere else.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Broadcasting and the sum 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Broadcasting and the sum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Where a tensor was broadcast in the forward pass, sum the gradient over the broadcast axes.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bias of shape (C,) added to (N, C) accumulates gradient summed over the batch dimension.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Fan-out means a value used twice receives the sum of both gradient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When gradients go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When gradients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Vanishing: repeated multiplication by factors below one drives early-layer gradients to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Exploding: factors above one blow up; symptom is a sudden NaN loss. Fix with gradient clipping.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Diagnose by printing the gradient norm per layer - a healthy net keeps them within an order of magnitude.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Residual connections give gradients a path that skips the multiplications entirely.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Tensor class with reverse-mode autodiff from scratch (add, mul, matmul, relu, softmax cross-entropy), validate every gradient against PyTorch, train an MLP with it, then instrument a deep network to observe vanishing gradients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notebooks/L03_Backpropagation_and_Automatic_Differentiatio.ipynb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digits_8x8.npz, 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CORE — all 5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Hand-derive a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Finish the autodiff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Verify against PyTorch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Train with your own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Gradient-norm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Add Conv2d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Gradient checkpointing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tasks/Lecture_03_Tasks.md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Goodfellow et al., Deep Learning, Section 6.5.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Baydin et al. (2018), Automatic Differentiation in Machine Learning: a Survey.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Karpathy, micrograd - a 150-line autodiff engine worth reading line by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Every model is a DAG of primitive operations; each node knows its local derivative.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51176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04872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Forward mode costs one pass per input; reverse mode costs one pass per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26440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18104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Add: distributes the incoming gradient unchanged to both inputs.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77640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31336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Where a tensor was broadcast in the forward pass, sum the gradient over the broadcast axes.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90872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544568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Vanishing: repeated multiplication by factors below one drives early-layer gradients to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Next — Lecture 04: Training Deep Networks: Optimisation and Regularisation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03  |  Part I -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